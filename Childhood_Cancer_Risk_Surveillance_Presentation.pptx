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Childhood Cancer Genetic Risk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Surveillance System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118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backend system that automatically reminds doctors and parents when a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with a known cancer-risk gene needs their next check-up.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623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Harini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Second-Year B.Sc. Computer Science  •  Mini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Idea?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766560" cy="4754880"/>
          </a:xfrm>
          <a:prstGeom prst="roundRect">
            <a:avLst>
              <a:gd name="adj" fmla="val 2308"/>
            </a:avLst>
          </a:prstGeom>
          <a:solidFill>
            <a:srgbClr val="F2F9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6126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children inherit a gene mutation from a parent.
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a genetic predisposition — it doesn't guarantee cancer, but it raises the chance of a specific type appearing in childhood.
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already publish exactly which tests such a child needs, starting at what age, and how often.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1371600"/>
            <a:ext cx="4023360" cy="4754880"/>
          </a:xfrm>
          <a:prstGeom prst="roundRect">
            <a:avLst>
              <a:gd name="adj" fmla="val 2727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2194560"/>
            <a:ext cx="3474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these guidelines to one real child — tracking exact calendar dates over many years — is currently done manually.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or delayed test means a warning sign of cancer could go undetected.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Childhood Cancer Genetic Risk Surveillance System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 — This Project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backend software system that removes the manual work.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2F9F8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2514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5146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2900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child's date of birth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diagnosed condition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338328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83280" y="21945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E4F5F3"/>
          </a:solidFill>
          <a:ln/>
        </p:spPr>
      </p:sp>
      <p:sp>
        <p:nvSpPr>
          <p:cNvPr id="10" name="Shape 8"/>
          <p:cNvSpPr/>
          <p:nvPr/>
        </p:nvSpPr>
        <p:spPr>
          <a:xfrm>
            <a:off x="4320540" y="2514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3280" y="25146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42900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looks up the correct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screening guideline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007608" y="338328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17920" y="21945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2F9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155180" y="2514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25146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42900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auto-generates every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date, birth to age 18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842248" y="338328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052560" y="21945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E4F5F3"/>
          </a:solidFill>
          <a:ln/>
        </p:spPr>
      </p:sp>
      <p:sp>
        <p:nvSpPr>
          <p:cNvPr id="20" name="Shape 18"/>
          <p:cNvSpPr/>
          <p:nvPr/>
        </p:nvSpPr>
        <p:spPr>
          <a:xfrm>
            <a:off x="9989820" y="2514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52560" y="25146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342900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is marked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or Pending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Childhood Cancer Genetic Risk Surveillance System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Process Flow</a:t>
            </a:r>
            <a:endParaRPr lang="en-US" sz="3200" dirty="0"/>
          </a:p>
        </p:txBody>
      </p:sp>
      <p:pic>
        <p:nvPicPr>
          <p:cNvPr id="3" name="Image 0" descr="flow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143000"/>
            <a:ext cx="3566160" cy="5349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6517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entering a child's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to viewing their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finished, dated schedule.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Childhood Cancer Genetic Risk Surveillance System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— 5 Connected Tables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syndromes is the central table — each condition has its own risks, its own screening protocol, and its own list of registered children.</a:t>
            </a:r>
            <a:endParaRPr lang="en-US" sz="1500" dirty="0"/>
          </a:p>
        </p:txBody>
      </p:sp>
      <p:pic>
        <p:nvPicPr>
          <p:cNvPr id="4" name="Image 0" descr="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828800"/>
            <a:ext cx="9326880" cy="37346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Childhood Cancer Genetic Risk Surveillance System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 Genetic Conditions in the System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206240"/>
        </p:xfrm>
        <a:graphic>
          <a:graphicData uri="http://schemas.openxmlformats.org/drawingml/2006/table">
            <a:tbl>
              <a:tblPr/>
              <a:tblGrid>
                <a:gridCol w="4206240"/>
                <a:gridCol w="2011680"/>
                <a:gridCol w="484632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(Simple)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Li-Fraumeni Syndrome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Sarcoma, brain tumors, and other cancers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Retinoblastoma Predisposition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Eye cancer in early childhood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DICER1 Syndrome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DICER1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lung tumor, thyroid &amp; ovarian growths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Thyroid cancer; sometimes early surgery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Beckwith-Wiedemann Syndrome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11p15 region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Kidney tumor (Wilms) and liver tumor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5 conditions, and their official screening guidelines, are already published by doctors — this project did not create new medical knowledge.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Childhood Cancer Genetic Risk Surveillance System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— The System Actually Runs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 from the running backend, listing all 5 stored conditions:</a:t>
            </a:r>
            <a:endParaRPr lang="en-US" sz="1500" dirty="0"/>
          </a:p>
        </p:txBody>
      </p:sp>
      <p:pic>
        <p:nvPicPr>
          <p:cNvPr id="4" name="Image 0" descr="1790506835923_syndorme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5120640" cy="387275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783080"/>
            <a:ext cx="5212080" cy="3872753"/>
          </a:xfrm>
          <a:prstGeom prst="roundRect">
            <a:avLst>
              <a:gd name="adj" fmla="val 2361"/>
            </a:avLst>
          </a:prstGeom>
          <a:solidFill>
            <a:srgbClr val="F2F9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675120" y="2011680"/>
            <a:ext cx="4663440" cy="3415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database is live and reachable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5 syndromes load correctly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includes its gene and description
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Childhood Cancer Genetic Risk Surveillance System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 — Auto-Generated Schedule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child “Priya”, born 10 June 2020, diagnosed with Li-Fraumeni Syndrome: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7498080" cy="402336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Jun 2020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Whole-body MRI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Jun 2020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Abdominal Ultrasound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Sep 2020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Abdominal Ultrasound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(continues every few months)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Oct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Test (CBC)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3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Jun 2027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Whole-body MRI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3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(continues until age 18)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874520"/>
            <a:ext cx="3337560" cy="4023360"/>
          </a:xfrm>
          <a:prstGeom prst="roundRect">
            <a:avLst>
              <a:gd name="adj" fmla="val 3288"/>
            </a:avLst>
          </a:prstGeom>
          <a:solidFill>
            <a:srgbClr val="0B2E3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75320" y="228600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150+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3383280"/>
            <a:ext cx="2788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test entries generated automatically — 3 tests, each with its own frequency, zero manual calculation.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Childhood Cancer Genetic Risk Surveillance System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2F9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backend REST API
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5-table relational database
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steps through a syndrome's protocol and converts each interval into a real calendar date from the child's date of birth
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API endpoints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list syndromes, view one syndrome, register a child, view full/upcoming schedule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BEFE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NOT Do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not discover any new gene or new cancer risk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not diagnose a child or replace a doctor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works for children with a known genetic condition — most childhood cancers have no known inherited cause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Childhood Cancer Genetic Risk Surveillance System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Be Added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2F9F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8105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Test Done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button for doctors to mark a completed screening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55448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E4F5F3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8105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Reminders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468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email/SMS alerts before a test is due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2F9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27939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View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93776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visual calendar for parents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26480" y="402336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E4F5F3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4297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427939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Validation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93776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data reviewed by a real geneticist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Childhood Cancer Genetic Risk Surveillance System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focused software system can take existing medical knowledge and turn it into something genuinely useful — without needing to be a doctor or medical researcher to build 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10332720" cy="1737360"/>
          </a:xfrm>
          <a:prstGeom prst="roundRect">
            <a:avLst>
              <a:gd name="adj" fmla="val 6316"/>
            </a:avLst>
          </a:prstGeom>
          <a:solidFill>
            <a:srgbClr val="1345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4206240"/>
            <a:ext cx="9692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realistic, complete example of applying backend development skills to a real-world healthcare problem — and a strong, working project for interviews and portfolios.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D8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2026-09-27T16:35:28Z</dcterms:created>
  <dcterms:modified xsi:type="dcterms:W3CDTF">2026-09-27T16:35:28Z</dcterms:modified>
</cp:coreProperties>
</file>